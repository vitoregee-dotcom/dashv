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 dor" id="{d5541e27-cefc-ac83-eb8e-2ba9b7e4d9b8}">
          <p14:sldIdLst>
            <p14:sldId id="256"/>
            <p14:sldId id="257"/>
            <p14:sldId id="258"/>
            <p14:sldId id="259"/>
          </p14:sldIdLst>
        </p14:section>
        <p14:section name="A ideia" id="{0ab25b8a-5cf7-f099-3906-34318805c053}">
          <p14:sldIdLst>
            <p14:sldId id="260"/>
          </p14:sldIdLst>
        </p14:section>
        <p14:section name="O dia a dia" id="{73ace4d6-aacc-b7a3-9f3e-406309affd9d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Sem susto" id="{46a2ad0e-0d19-1cf6-b3ac-917c4c464acc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direto com a frase de cima. A ideia da apresentação inteira é essa: hoje a gente gasta o dia fazendo outras coisas que não são vender. O PartsFlow existe pra devolver esse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da reunião: abrir Ferramentas, Tempo das cotações, 30 dias, e trocar o [__%] pelo número real (100% menos o "tempo em cotação por dia"). Número da própria casa convence mais que qualquer promessa. Frase pra falar: "a gente não contratou vendedor pra procurar peça em catálogo".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pra plateia completar: "quanto tempo você levou ontem pra achar a peça X?" Deixar eles falarem a dor; não é o sistema que tem que convencer, é a dor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dor é o ERP engessado: fecha uma tela pra abrir outra, preenche coisa desnecessária. Mostrar ao vivo: abrir duas ferramentas em abas e trocar com Alt+Q sem perder nada; arrastar uma janela pro canto. Deixar claro que o ERP continua (é o financeiro/fiscal); o PartsFlow é onde a gente trabalha o dia a dia. Se perguntarem "por que não ajustar o JBoss?": mudar o ERP pra ficar desse jeito é praticamente impossível (caro, demorado e depende do fornecedor); o PartsFlow já existe, já funciona e evolui na velocidade da 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pilares. Não é "mais um sistema de mensagem": é a parte técnica, a comercial e a logística conversando. Quanto mais a gente usa, mais ele acerta sozinho (regras de descrição, traduções de catálogo, equivalências que a gente confirma).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ao vivo uma cotação: digitar um código, mostrar as etiquetas (catálogo, kit, último preço, RMA) e a faixa "Ofereça também". Frase: "o vendedor novo atende como o mais antigo, porque a informação está na tela".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Mapa de Compras: mandar cotação ao fornecedor, ver as respostas e escolher. O preço de venda já vem calculado pela margem do perfil do cliente. Nada de planilha paralela.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barra de avisos: solicitado, comprado, faturado, chegada. O vendedor que pediu é avisado. Isso tira a interrupção do pessoal de compras e estoque também.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Ficha do cliente com tudo junto: cotações, pedidos, títulos, mensagens de WhatsApp e e-mail registradas. O Meu dia é a lista do que fazer hoje, sem depender de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momento "uau" pro gestor. Mostrar a órbita 3D, o resumo da carteira (R$ em risco por ano) e um cliente que parou de comprar mas ainda cota. Pergunta pra plateia: "quanto vale ligar pra esses aqui essa semana?"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Catálogo sem código: o cliente recebe o link, vê o desenho da máquina dele e marca as peças. Chega como pedido pronto pra virar cotação. Próximo passo (ideia): portal onde o cliente cota sozinho digitando código e quantidade.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afirmação: falar devagar. É o argumento pra diretoria: treinar gente nova fica rápido, e quando alguém sai, o conhecimento não vai embora 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onde a relutância aparece: medo de perder tempo aprendendo, de perder controle, de largar o que funciona. Responder um por um. Não é trocar o ERP; é parar de perder tempo ao redor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devagar, linha por linha, perguntando "isso acontece aqui?". Se der, pôr um tempo real na coluna Hoje (ex.: "15 min pra achar uma peça").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pouco: um teste, não uma troca. Escolher um vendedor aberto à ideia pra ser o "padrinho". Os números saem do próprio sistema (Tempo das cotações e o funil). No fim dos 30 dias, a decisão é com base nos números, não em opinião.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o sim pro piloto: "posso começar segunda com [nome] e [nome]?". Pergunta fechada, com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070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9692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PartsFlow · Triex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Alt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PartsFlow · Triex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Escuro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8"/>
                </a:solidFill>
              </a:rPr>
              <a:t>PartsFlow · Triex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6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C25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070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73152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PARTSFLOW · TRIEX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Menos tempo procurando.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Mais tempo vendendo.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605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Um sistema inteligente e integrado, que aprende com a gente e simplifica o que hoje é chato, travado e toma o nosso tempo.</a:t>
            </a:r>
            <a:endParaRPr lang="en-US" sz="2200" dirty="0"/>
          </a:p>
        </p:txBody>
      </p:sp>
      <p:sp>
        <p:nvSpPr>
          <p:cNvPr id="5" name="Apresentador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[Nome de quem apresenta] · [data]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O PROBLEMA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Hoje passamos mais tempo fazendo outras coisas do que vendendo</a:t>
            </a:r>
            <a:endParaRPr lang="en-US" sz="3200" dirty="0"/>
          </a:p>
        </p:txBody>
      </p:sp>
      <p:sp>
        <p:nvSpPr>
          <p:cNvPr id="4" name="Destaque do número"/>
          <p:cNvSpPr/>
          <p:nvPr/>
        </p:nvSpPr>
        <p:spPr>
          <a:xfrm>
            <a:off x="548640" y="214884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úmero"/>
          <p:cNvSpPr txBox="1"/>
          <p:nvPr/>
        </p:nvSpPr>
        <p:spPr>
          <a:xfrm>
            <a:off x="914400" y="24231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[__%]</a:t>
            </a:r>
            <a:endParaRPr lang="en-US" sz="8000" dirty="0"/>
          </a:p>
        </p:txBody>
      </p:sp>
      <p:sp>
        <p:nvSpPr>
          <p:cNvPr id="6" name="Texto do número"/>
          <p:cNvSpPr txBox="1"/>
          <p:nvPr/>
        </p:nvSpPr>
        <p:spPr>
          <a:xfrm>
            <a:off x="4480560" y="24231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do dia do vendedor é gasto </a:t>
            </a:r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fora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 da cotação: procurando peça, perguntando, preenchendo, esperando.</a:t>
            </a:r>
            <a:endParaRPr lang="en-US" sz="2200" dirty="0"/>
          </a:p>
        </p:txBody>
      </p:sp>
      <p:sp>
        <p:nvSpPr>
          <p:cNvPr id="7" name="Fonte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Fonte: PartsFlow → Ferramentas → ⏱️ Tempo das cotações (últimos [30] dias)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Para onde vai o nosso tempo</a:t>
            </a:r>
            <a:endParaRPr lang="en-US" sz="3200" dirty="0"/>
          </a:p>
        </p:txBody>
      </p:sp>
      <p:sp>
        <p:nvSpPr>
          <p:cNvPr id="3" name="Cartão"/>
          <p:cNvSpPr/>
          <p:nvPr/>
        </p:nvSpPr>
        <p:spPr>
          <a:xfrm>
            <a:off x="548640" y="18288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Ícone fundo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Procurar peça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Catálogo em PDF, código que não bate, conversão de marca.</a:t>
            </a:r>
            <a:endParaRPr lang="en-US" sz="1500" dirty="0"/>
          </a:p>
        </p:txBody>
      </p:sp>
      <p:sp>
        <p:nvSpPr>
          <p:cNvPr id="8" name="Cartão"/>
          <p:cNvSpPr/>
          <p:nvPr/>
        </p:nvSpPr>
        <p:spPr>
          <a:xfrm>
            <a:off x="4320540" y="18288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Ícone fundo"/>
          <p:cNvSpPr/>
          <p:nvPr/>
        </p:nvSpPr>
        <p:spPr>
          <a:xfrm>
            <a:off x="464058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22745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058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"Já chegou?"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4058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Correr atrás de pedido emitido, compra feita e peça que está pra chegar.</a:t>
            </a:r>
            <a:endParaRPr lang="en-US" sz="1500" dirty="0"/>
          </a:p>
        </p:txBody>
      </p:sp>
      <p:sp>
        <p:nvSpPr>
          <p:cNvPr id="13" name="Cartão"/>
          <p:cNvSpPr/>
          <p:nvPr/>
        </p:nvSpPr>
        <p:spPr>
          <a:xfrm>
            <a:off x="8092440" y="18288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Ícone fundo"/>
          <p:cNvSpPr/>
          <p:nvPr/>
        </p:nvSpPr>
        <p:spPr>
          <a:xfrm>
            <a:off x="841248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2745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Recado espalhado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WhatsApp, e-mail e telefone, cada um num lugar, sem histórico.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Tudo isso é trabalho que 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não vende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 e que o sistema pode fazer pela gente.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Hoje o sistema trava a gente</a:t>
            </a:r>
            <a:endParaRPr lang="en-US" sz="3200" dirty="0"/>
          </a:p>
        </p:txBody>
      </p:sp>
      <p:sp>
        <p:nvSpPr>
          <p:cNvPr id="3" name="Cartão ERP"/>
          <p:cNvSpPr/>
          <p:nvPr/>
        </p:nvSpPr>
        <p:spPr>
          <a:xfrm>
            <a:off x="548640" y="17830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1C3760"/>
          </a:solidFill>
          <a:ln w="12700">
            <a:solidFill>
              <a:srgbClr val="1C376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2"/>
                </a:solidFill>
              </a:rPr>
              <a:t>NO ERP (JBOSS)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6"/>
                </a:solidFill>
              </a:rPr>
              <a:t>Fecha uma tela pra abrir outra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6"/>
                </a:solidFill>
              </a:rPr>
              <a:t>Campo obrigatório que não serve pra nada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6"/>
                </a:solidFill>
              </a:rPr>
              <a:t>A informação está lá, mas escondida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6"/>
                </a:solidFill>
              </a:rPr>
              <a:t>Cada consulta é um caminho de menus</a:t>
            </a:r>
            <a:endParaRPr lang="en-US" sz="1700" dirty="0"/>
          </a:p>
        </p:txBody>
      </p:sp>
      <p:sp>
        <p:nvSpPr>
          <p:cNvPr id="6" name="Cartão PartsFlow"/>
          <p:cNvSpPr/>
          <p:nvPr/>
        </p:nvSpPr>
        <p:spPr>
          <a:xfrm>
            <a:off x="6217920" y="17830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NO PARTSFLOW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Várias telas abertas em abas (Alt+Q troca)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Janelas que você arrasta pro lado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Só o que importa pra vender, na tela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informação vem até você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Mudar o JBoss pra trabalhar assim é praticamente impossível.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 PartsFlow já faz isso hoje, ao lado dele.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6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A IDEIA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Um sistema só, onde o ciclo inteiro está ligado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548640" y="182880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Ícone fundo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3202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Técnica ligada à venda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06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Catálogo, aplicação e equivalência dentro da tela de cotação.</a:t>
            </a:r>
            <a:endParaRPr lang="en-US" sz="1500" dirty="0"/>
          </a:p>
        </p:txBody>
      </p:sp>
      <p:sp>
        <p:nvSpPr>
          <p:cNvPr id="9" name="Cartão"/>
          <p:cNvSpPr/>
          <p:nvPr/>
        </p:nvSpPr>
        <p:spPr>
          <a:xfrm>
            <a:off x="6217920" y="182880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Ícone fundo"/>
          <p:cNvSpPr/>
          <p:nvPr/>
        </p:nvSpPr>
        <p:spPr>
          <a:xfrm>
            <a:off x="6492240" y="21488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3202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Compra, venda e logística à vista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606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que comprar, o que chegou, o que foi emitido, sem procurar.</a:t>
            </a:r>
            <a:endParaRPr lang="en-US" sz="1500" dirty="0"/>
          </a:p>
        </p:txBody>
      </p:sp>
      <p:sp>
        <p:nvSpPr>
          <p:cNvPr id="14" name="Cartão"/>
          <p:cNvSpPr/>
          <p:nvPr/>
        </p:nvSpPr>
        <p:spPr>
          <a:xfrm>
            <a:off x="548640" y="384048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Ícone fundo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433197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Comunicação integrada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6177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WhatsApp e e-mail saem do sistema e ficam na ficha do cliente.</a:t>
            </a:r>
            <a:endParaRPr lang="en-US" sz="1500" dirty="0"/>
          </a:p>
        </p:txBody>
      </p:sp>
      <p:sp>
        <p:nvSpPr>
          <p:cNvPr id="19" name="Cartão"/>
          <p:cNvSpPr/>
          <p:nvPr/>
        </p:nvSpPr>
        <p:spPr>
          <a:xfrm>
            <a:off x="6217920" y="384048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49224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433197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Aprende com a gente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46177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Cada correção vira regra: tradução, descrição, equivalência.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NA COTAÇÃO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consultor não precisa sair da tela</a:t>
            </a:r>
            <a:endParaRPr lang="en-US" sz="3200" dirty="0"/>
          </a:p>
        </p:txBody>
      </p:sp>
      <p:pic>
        <p:nvPicPr>
          <p:cNvPr id="4" name="Captura" descr="Tela de cotação com itens de eixo e a sugestão Ofereça também: óleo de eixo 85W14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783080"/>
            <a:ext cx="996696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Saldo, último preço do cliente, kit, substituto e catálogo na própria linha. E o sistema lembra o que 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oferecer junto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MAPA DE COMPRAS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Já sai da cotação sabendo onde comprar e por quanto vender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548640" y="20116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Manda a cotação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Para vários fornecedores de uma vez.</a:t>
            </a:r>
            <a:endParaRPr lang="en-US" sz="1500" dirty="0"/>
          </a:p>
        </p:txBody>
      </p:sp>
      <p:sp>
        <p:nvSpPr>
          <p:cNvPr id="8" name="Seta"/>
          <p:cNvSpPr/>
          <p:nvPr/>
        </p:nvSpPr>
        <p:spPr>
          <a:xfrm>
            <a:off x="3886200" y="3200400"/>
            <a:ext cx="45720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tão"/>
          <p:cNvSpPr/>
          <p:nvPr/>
        </p:nvSpPr>
        <p:spPr>
          <a:xfrm>
            <a:off x="4480560" y="20116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00600" y="2240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Respostas lado a lado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5204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Preço e prazo de cada um no mapa.</a:t>
            </a:r>
            <a:endParaRPr lang="en-US" sz="1500" dirty="0"/>
          </a:p>
        </p:txBody>
      </p:sp>
      <p:sp>
        <p:nvSpPr>
          <p:cNvPr id="13" name="Seta"/>
          <p:cNvSpPr/>
          <p:nvPr/>
        </p:nvSpPr>
        <p:spPr>
          <a:xfrm>
            <a:off x="7818120" y="3200400"/>
            <a:ext cx="45720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artão"/>
          <p:cNvSpPr/>
          <p:nvPr/>
        </p:nvSpPr>
        <p:spPr>
          <a:xfrm>
            <a:off x="8412480" y="20116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732520" y="2240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Escolhe e precifica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35204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Define o fornecedor e o preço de venda sai calculado.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ACOMPANHAMENTO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A peça que você espera avisa quando anda</a:t>
            </a:r>
            <a:endParaRPr lang="en-US" sz="3200" dirty="0"/>
          </a:p>
        </p:txBody>
      </p:sp>
      <p:sp>
        <p:nvSpPr>
          <p:cNvPr id="4" name="Etapa"/>
          <p:cNvSpPr/>
          <p:nvPr/>
        </p:nvSpPr>
        <p:spPr>
          <a:xfrm>
            <a:off x="548640" y="2286000"/>
            <a:ext cx="224028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Solicitado</a:t>
            </a:r>
            <a:endParaRPr lang="en-US" sz="2100" dirty="0"/>
          </a:p>
        </p:txBody>
      </p:sp>
      <p:sp>
        <p:nvSpPr>
          <p:cNvPr id="6" name="Seta"/>
          <p:cNvSpPr/>
          <p:nvPr/>
        </p:nvSpPr>
        <p:spPr>
          <a:xfrm>
            <a:off x="2926080" y="2560320"/>
            <a:ext cx="41148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Etapa"/>
          <p:cNvSpPr/>
          <p:nvPr/>
        </p:nvSpPr>
        <p:spPr>
          <a:xfrm>
            <a:off x="3474720" y="2286000"/>
            <a:ext cx="224028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Comprado</a:t>
            </a:r>
            <a:endParaRPr lang="en-US" sz="2100" dirty="0"/>
          </a:p>
        </p:txBody>
      </p:sp>
      <p:sp>
        <p:nvSpPr>
          <p:cNvPr id="9" name="Seta"/>
          <p:cNvSpPr/>
          <p:nvPr/>
        </p:nvSpPr>
        <p:spPr>
          <a:xfrm>
            <a:off x="5852160" y="2560320"/>
            <a:ext cx="41148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Etapa"/>
          <p:cNvSpPr/>
          <p:nvPr/>
        </p:nvSpPr>
        <p:spPr>
          <a:xfrm>
            <a:off x="6400800" y="2286000"/>
            <a:ext cx="224028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Faturado</a:t>
            </a:r>
            <a:endParaRPr lang="en-US" sz="2100" dirty="0"/>
          </a:p>
        </p:txBody>
      </p:sp>
      <p:sp>
        <p:nvSpPr>
          <p:cNvPr id="12" name="Seta"/>
          <p:cNvSpPr/>
          <p:nvPr/>
        </p:nvSpPr>
        <p:spPr>
          <a:xfrm>
            <a:off x="8778240" y="2560320"/>
            <a:ext cx="41148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Etapa"/>
          <p:cNvSpPr/>
          <p:nvPr/>
        </p:nvSpPr>
        <p:spPr>
          <a:xfrm>
            <a:off x="9326880" y="2286000"/>
            <a:ext cx="224028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Chegou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Cada passo vira um aviso para quem está esperando. Ninguém precisa sair perguntando "já chegou?" e o cliente tem resposta na hora.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6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MEU DIA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vendedor abre e já sabe o que fazer</a:t>
            </a:r>
            <a:endParaRPr lang="en-US" sz="3200" dirty="0"/>
          </a:p>
        </p:txBody>
      </p:sp>
      <p:pic>
        <p:nvPicPr>
          <p:cNvPr id="4" name="Captura" descr="Tela Meu dia: responder agora, cotações pra cobrar e clientes pra lig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91640" y="1737360"/>
            <a:ext cx="8778240" cy="35112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94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Quem responder, qual cotação cobrar e para quem ligar, montado sozinho com as cotações, os pedidos e as conversas.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ÓRBITA DA CARTEIRA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carteira inteira num olhar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Quanto mais longe da Triex, mais tempo sem comprar. Quem parou, quem está crescendo e quem só cota aparece sozinho.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Venda que ia se perder vira ligação.</a:t>
            </a:r>
            <a:endParaRPr lang="en-US" sz="1900" dirty="0"/>
          </a:p>
        </p:txBody>
      </p:sp>
      <p:pic>
        <p:nvPicPr>
          <p:cNvPr id="5" name="Captura" descr="Órbita 3D com os clientes como planetas em volta da Triex e placas das marcas CAT, CASE, MF e Valtr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669280" cy="3776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VENDAS ONLINE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catálogo vai até o cliente</a:t>
            </a:r>
            <a:endParaRPr lang="en-US" sz="3200" dirty="0"/>
          </a:p>
        </p:txBody>
      </p:sp>
      <p:pic>
        <p:nvPicPr>
          <p:cNvPr id="4" name="Captura" descr="Catálogo de peças aberto no celular do cliente, com o desenho e a lista para escolh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400800" cy="33649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0" y="192024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Um link e o cliente escolhe a peça pelo desenho, no celular, mesmo sem saber o código.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 pedido chega pronto para virar cotação.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Qualquer pessoa, mesmo leiga, consegue atender bem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Porque a informação certa está na tela, na hora certa. O conhecimento fica no sistema, não só na cabeça de quem tem anos de casa.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SEM SUSTO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não muda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548640" y="182880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Ícone fundo"/>
          <p:cNvSpPr/>
          <p:nvPr/>
        </p:nvSpPr>
        <p:spPr>
          <a:xfrm>
            <a:off x="822960" y="202996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128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011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ERP continua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0116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Fiscal e financeiro seguem no JBoss. O PartsFlow trabalha ao lado.</a:t>
            </a:r>
            <a:endParaRPr lang="en-US" sz="1600" dirty="0"/>
          </a:p>
        </p:txBody>
      </p:sp>
      <p:sp>
        <p:nvSpPr>
          <p:cNvPr id="9" name="Cartão"/>
          <p:cNvSpPr/>
          <p:nvPr/>
        </p:nvSpPr>
        <p:spPr>
          <a:xfrm>
            <a:off x="548640" y="315468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Ícone fundo"/>
          <p:cNvSpPr/>
          <p:nvPr/>
        </p:nvSpPr>
        <p:spPr>
          <a:xfrm>
            <a:off x="822960" y="335584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53872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337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Ninguém perde controle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33375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 um vê a sua carteira; o gestor vê tudo.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548640" y="448056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Ícone fundo"/>
          <p:cNvSpPr/>
          <p:nvPr/>
        </p:nvSpPr>
        <p:spPr>
          <a:xfrm>
            <a:off x="822960" y="46817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646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663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Começa aos poucos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46634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Uma parte por vez, no ritmo da equipe.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Antes e depois</a:t>
            </a:r>
            <a:endParaRPr lang="en-US" sz="3200" dirty="0"/>
          </a:p>
        </p:txBody>
      </p:sp>
      <p:graphicFrame>
        <p:nvGraphicFramePr>
          <p:cNvPr id="15" name="Tabela antes e depo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4114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08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o PartsFlow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Achar a peça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em PDF, um por 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Aplicação e equivalente na cotação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"Já chegou?"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Perguntar pra compras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 automático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Comprar e precificar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 à parte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 com preço calculado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que parou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Ninguém percebe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Aparece na Órbita e no Meu dia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Recado do cliente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Espalhado em vários lugares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Registrado na ficha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de tela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uma pra abrir outra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Abas abertas, Alt+Q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A PROPOSTA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Um piloto de 30 dias, medido em números</a:t>
            </a:r>
            <a:endParaRPr lang="en-US" sz="3200" dirty="0"/>
          </a:p>
        </p:txBody>
      </p:sp>
      <p:sp>
        <p:nvSpPr>
          <p:cNvPr id="4" name="Cartão"/>
          <p:cNvSpPr/>
          <p:nvPr/>
        </p:nvSpPr>
        <p:spPr>
          <a:xfrm>
            <a:off x="548640" y="18288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[2]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vendedores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Usando o PartsFlow no dia a dia, com o ERP como sempre.</a:t>
            </a:r>
            <a:endParaRPr lang="en-US" sz="1500" dirty="0"/>
          </a:p>
        </p:txBody>
      </p:sp>
      <p:sp>
        <p:nvSpPr>
          <p:cNvPr id="8" name="Cartão"/>
          <p:cNvSpPr/>
          <p:nvPr/>
        </p:nvSpPr>
        <p:spPr>
          <a:xfrm>
            <a:off x="4320540" y="18288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40580" y="2057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30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6405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dias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4058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Tempo suficiente pra ver o hábito mudar.</a:t>
            </a:r>
            <a:endParaRPr lang="en-US" sz="1500" dirty="0"/>
          </a:p>
        </p:txBody>
      </p:sp>
      <p:sp>
        <p:nvSpPr>
          <p:cNvPr id="12" name="Cartão"/>
          <p:cNvSpPr/>
          <p:nvPr/>
        </p:nvSpPr>
        <p:spPr>
          <a:xfrm>
            <a:off x="8092440" y="18288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0" y="2057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números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Tempo por cotação, cotações por dia e cotações que viram pedido.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Simplificar o que é chato.</a:t>
            </a:r>
            <a:endParaRPr lang="en-US" sz="5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Pra gente fazer o que importa: vender.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Vender, criar estratégia e prospectar. O resto o sistema faz.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tsFlow Triex">
  <a:themeElements>
    <a:clrScheme name="PartsFlow Triex">
      <a:dk1>
        <a:srgbClr val="13294B"/>
      </a:dk1>
      <a:lt1>
        <a:srgbClr val="FFFFFF"/>
      </a:lt1>
      <a:dk2>
        <a:srgbClr val="3E4F66"/>
      </a:dk2>
      <a:lt2>
        <a:srgbClr val="E9EEF5"/>
      </a:lt2>
      <a:accent1>
        <a:srgbClr val="C2591F"/>
      </a:accent1>
      <a:accent2>
        <a:srgbClr val="F08A4B"/>
      </a:accent2>
      <a:accent3>
        <a:srgbClr val="1C3760"/>
      </a:accent3>
      <a:accent4>
        <a:srgbClr val="F4F1EA"/>
      </a:accent4>
      <a:accent5>
        <a:srgbClr val="DDE3EC"/>
      </a:accent5>
      <a:accent6>
        <a:srgbClr val="C9D6E8"/>
      </a:accent6>
      <a:hlink>
        <a:srgbClr val="1F4E79"/>
      </a:hlink>
      <a:folHlink>
        <a:srgbClr val="6B7A90"/>
      </a:folHlink>
    </a:clrScheme>
    <a:fontScheme name="PartsFlow Trie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PartsFlow — mais tempo vendendo</dc:title>
  <dc:subject>PptxGenJS Presentation</dc:subject>
  <dc:creator>Triex</dc:creator>
  <cp:lastModifiedBy>Triex</cp:lastModifiedBy>
  <cp:revision>1</cp:revision>
  <dcterms:created xsi:type="dcterms:W3CDTF">2026-10-07T00:39:03Z</dcterms:created>
  <dcterms:modified xsi:type="dcterms:W3CDTF">2026-10-07T00:39:03Z</dcterms:modified>
</cp:coreProperties>
</file>